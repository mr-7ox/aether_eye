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76" r:id="rId3"/>
    <p:sldId id="259" r:id="rId4"/>
    <p:sldId id="260" r:id="rId5"/>
    <p:sldId id="277" r:id="rId6"/>
    <p:sldId id="285" r:id="rId7"/>
    <p:sldId id="289" r:id="rId8"/>
    <p:sldId id="286" r:id="rId9"/>
    <p:sldId id="281" r:id="rId10"/>
    <p:sldId id="287" r:id="rId11"/>
    <p:sldId id="280" r:id="rId12"/>
    <p:sldId id="282" r:id="rId13"/>
    <p:sldId id="283" r:id="rId14"/>
    <p:sldId id="288" r:id="rId15"/>
    <p:sldId id="284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95" d="100"/>
          <a:sy n="95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3EFD42F7-718C-4B98-AAEC-167E6DDD60A7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21B2AA4F-B828-4D7C-AFD3-893933DAFCB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BA898-2B24-4E09-B542-42F04673D9FC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BC204-1604-4939-A20C-AC21D99156D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F25BA898-2B24-4E09-B542-42F04673D9FC}" type="datetimeFigureOut">
              <a:rPr lang="en-IN" smtClean="0"/>
              <a:pPr/>
              <a:t>27-02-2026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2A9BC204-1604-4939-A20C-AC21D99156DE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905CD-A987-27AA-F88E-A6CDABD15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97528"/>
            <a:ext cx="9144000" cy="1083602"/>
          </a:xfrm>
        </p:spPr>
        <p:txBody>
          <a:bodyPr/>
          <a:lstStyle/>
          <a:p>
            <a:r>
              <a:rPr lang="en-US" dirty="0"/>
              <a:t>Aether Eye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B2747-3444-36CC-6922-F7CD5712A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90101"/>
            <a:ext cx="9144000" cy="1083602"/>
          </a:xfrm>
        </p:spPr>
        <p:txBody>
          <a:bodyPr>
            <a:normAutofit/>
          </a:bodyPr>
          <a:lstStyle/>
          <a:p>
            <a:r>
              <a:rPr lang="en-US" dirty="0"/>
              <a:t>SEMANTIC SLAM AND LIDAR MAPPING WITH  </a:t>
            </a:r>
          </a:p>
          <a:p>
            <a:r>
              <a:rPr lang="en-US"/>
              <a:t>MLLM </a:t>
            </a:r>
            <a:r>
              <a:rPr lang="en-US" dirty="0"/>
              <a:t>GUIDED  NAVIGATION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30F37-6EC5-C150-C701-E47DC67AC351}"/>
              </a:ext>
            </a:extLst>
          </p:cNvPr>
          <p:cNvSpPr txBox="1"/>
          <p:nvPr/>
        </p:nvSpPr>
        <p:spPr>
          <a:xfrm>
            <a:off x="560962" y="3954835"/>
            <a:ext cx="11070077" cy="258532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</a:rPr>
              <a:t>Guided By</a:t>
            </a:r>
            <a:r>
              <a:rPr lang="en-US" dirty="0">
                <a:latin typeface="Times New Roman" panose="02020603050405020304" pitchFamily="18" charset="0"/>
              </a:rPr>
              <a:t>: Prof </a:t>
            </a:r>
            <a:r>
              <a:rPr lang="en-US" dirty="0" err="1">
                <a:latin typeface="Times New Roman" panose="02020603050405020304" pitchFamily="18" charset="0"/>
              </a:rPr>
              <a:t>Aryalakshmi</a:t>
            </a:r>
            <a:r>
              <a:rPr lang="en-US" dirty="0">
                <a:latin typeface="Times New Roman" panose="02020603050405020304" pitchFamily="18" charset="0"/>
              </a:rPr>
              <a:t> Ratheesh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</a:rPr>
              <a:t>Dept Of Computer Science &amp; Engineering</a:t>
            </a:r>
          </a:p>
          <a:p>
            <a:r>
              <a:rPr lang="en-US" dirty="0">
                <a:latin typeface="Times New Roman" panose="02020603050405020304" pitchFamily="18" charset="0"/>
              </a:rPr>
              <a:t>Mar Baselios Christian College Of Engineering </a:t>
            </a:r>
          </a:p>
          <a:p>
            <a:r>
              <a:rPr lang="en-US" dirty="0">
                <a:latin typeface="Times New Roman" panose="02020603050405020304" pitchFamily="18" charset="0"/>
              </a:rPr>
              <a:t>&amp; Technology</a:t>
            </a:r>
          </a:p>
          <a:p>
            <a:endParaRPr lang="en-US" dirty="0"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</a:rPr>
              <a:t> Presented By:</a:t>
            </a:r>
          </a:p>
          <a:p>
            <a:r>
              <a:rPr lang="en-US" dirty="0">
                <a:latin typeface="Times New Roman" panose="02020603050405020304" pitchFamily="18" charset="0"/>
              </a:rPr>
              <a:t> Adhil Biju</a:t>
            </a:r>
          </a:p>
          <a:p>
            <a:r>
              <a:rPr lang="en-US" dirty="0">
                <a:latin typeface="Times New Roman" panose="02020603050405020304" pitchFamily="18" charset="0"/>
              </a:rPr>
              <a:t> Ajas Mathew</a:t>
            </a:r>
          </a:p>
          <a:p>
            <a:r>
              <a:rPr lang="en-US" dirty="0">
                <a:latin typeface="Times New Roman" panose="02020603050405020304" pitchFamily="18" charset="0"/>
              </a:rPr>
              <a:t> Alan </a:t>
            </a:r>
            <a:r>
              <a:rPr lang="en-US" dirty="0" err="1">
                <a:latin typeface="Times New Roman" panose="02020603050405020304" pitchFamily="18" charset="0"/>
              </a:rPr>
              <a:t>Taittus</a:t>
            </a:r>
            <a:endParaRPr lang="en-US" dirty="0">
              <a:latin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</a:rPr>
              <a:t> Deva Nandh P R</a:t>
            </a:r>
          </a:p>
          <a:p>
            <a:r>
              <a:rPr lang="en-US" dirty="0">
                <a:latin typeface="Times New Roman" panose="02020603050405020304" pitchFamily="18" charset="0"/>
              </a:rPr>
              <a:t> Jewel Leelu Sunil</a:t>
            </a:r>
          </a:p>
          <a:p>
            <a:endParaRPr lang="en-US" dirty="0"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310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E328-04CD-713D-2541-F9279AE46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19AFD-F0B8-0269-699A-07A495792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4255"/>
            <a:ext cx="9144000" cy="1083602"/>
          </a:xfrm>
        </p:spPr>
        <p:txBody>
          <a:bodyPr>
            <a:normAutofit/>
          </a:bodyPr>
          <a:lstStyle/>
          <a:p>
            <a:r>
              <a:rPr lang="en-US" sz="2400" b="1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B56DC9-57B2-592E-3E2B-4312654E3F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8985" y="2196643"/>
            <a:ext cx="11302312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Traditional aids like white canes provide limited environmental information and can't detect distant obstacles.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They lack contextual understanding, real-time guidance, and critical safety features like fall detection, which increases risk for users.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cs typeface="Times New Roman" panose="02020603050405020304" pitchFamily="18" charset="0"/>
              </a:rPr>
              <a:t>So we found a gap in indoor and outdoor navigation and decided to use separate systems for both 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cs typeface="Times New Roman" panose="02020603050405020304" pitchFamily="18" charset="0"/>
              </a:rPr>
              <a:t>So we are use a hardware components to provide exact estimate of the distance and provide a independent system.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cs typeface="Times New Roman" panose="02020603050405020304" pitchFamily="18" charset="0"/>
              </a:rPr>
              <a:t>Software based solution that provide scene description of the context and use </a:t>
            </a:r>
            <a:r>
              <a:rPr lang="en-US" altLang="en-US" sz="1800" dirty="0" err="1">
                <a:cs typeface="Times New Roman" panose="02020603050405020304" pitchFamily="18" charset="0"/>
              </a:rPr>
              <a:t>gps</a:t>
            </a:r>
            <a:r>
              <a:rPr lang="en-US" altLang="en-US" sz="1800" dirty="0">
                <a:cs typeface="Times New Roman" panose="02020603050405020304" pitchFamily="18" charset="0"/>
              </a:rPr>
              <a:t> for outdoor Navigation and slam for indoor navigation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464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8000">
              <a:schemeClr val="bg1"/>
            </a:gs>
            <a:gs pos="93000">
              <a:schemeClr val="bg1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6562" y="976770"/>
            <a:ext cx="10282518" cy="787717"/>
          </a:xfrm>
        </p:spPr>
        <p:txBody>
          <a:bodyPr>
            <a:normAutofit/>
          </a:bodyPr>
          <a:lstStyle/>
          <a:p>
            <a:pPr algn="ctr"/>
            <a:r>
              <a:rPr lang="en-IN" sz="2200" b="1" u="sng" dirty="0">
                <a:latin typeface="Times New Roman" panose="02020603050405020304" charset="0"/>
                <a:cs typeface="Times New Roman" panose="02020603050405020304" charset="0"/>
              </a:rPr>
              <a:t>EXISTING SOLUTION</a:t>
            </a: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3E5E7029-CB47-3CAD-2079-E9AD0298D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54482-C098-411F-704B-D7B0412741DD}"/>
              </a:ext>
            </a:extLst>
          </p:cNvPr>
          <p:cNvSpPr txBox="1"/>
          <p:nvPr/>
        </p:nvSpPr>
        <p:spPr>
          <a:xfrm>
            <a:off x="366713" y="2321242"/>
            <a:ext cx="11458575" cy="392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</a:rPr>
              <a:t>SMART CAP – VISUAL GUIDANCE SYSTEM: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Detects objects using a camera and provides spoken feedback.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Solution: Offers basic visual awareness through audio cues.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b="1" dirty="0">
              <a:latin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</a:rPr>
              <a:t>VOICE-BASED SMART NAVIGATION SYSTEM: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Shoe-mounted system using ultrasonic sensors and GPS for guidance.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Solution: Assists outdoor navigation but with limited obstacle detail.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</a:rPr>
              <a:t>SMART ASSISTIVE NAVIGATION SYSTEM: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Smart stick with multi-sensor input and voice/vibration alerts.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</a:rPr>
              <a:t>Solution: Improves safety but lacks advanced semantic understanding.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IN" sz="2400" b="1" u="sng" dirty="0"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8B11F36-DD45-454C-6D8A-3C71B3A6A3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5417" y="1756785"/>
            <a:ext cx="11532973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Wearable Architecture: A lightweight smart cap integrating Raspberry Pi 4, Pi Camera, LiDAR, and IMU sensors for hands-free operation.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Advanced Sensor Fusion: Combines Time-of-Flight LiDAR for centimeter-level distance accuracy with RGB vision for object recognition.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MLLM-Based Intelligence: Uses Multi-Modal Large Language Models to convert raw sensor data into meaningful, natural language descriptions.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Seamless Navigation: Supports GPS-based outdoor navigation and Semantic SLAM for indoor localization and mapping.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Safety Monitoring: Includes pothole and downward-step detection, along with IMU-based fall detection and emergency alerts.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Multimodal Feedback: Delivers guidance via speech output for intuitive user interaction.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BDDAA-44AB-7332-4D27-906E5DE6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C235-AC55-E3F0-F00B-F8C479A74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942" y="916608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ADVANTAGES OF THE PROPOSED SYSTEM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26D6D3-6061-8414-7274-31D6C9AD6F9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11892" y="1760392"/>
            <a:ext cx="11532973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Unlike traditional aids that only detect obstacles, the system identifies what the obstacle is (person, staircase, furniture), enabling informed and safer navigation decisions.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LiDAR-based depth measurement provides centimeter-level accuracy with a long detection range (up to 10 meters), significantly outperforming ultrasonic and infrared sensor.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Utilizes IMU-based motion analysis to detect falls and abnormal movement patterns in real time, automatically triggering emergency alerts and adding a critical safety layer beyond obstacle detection.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Enables accurate GPS-free indoor navigation by constructing real-time semantic maps, identifying landmarks such as doors, corridors, and stairs, and providing context-aware path guidance in complex indoor environments.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556118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745BD-5759-4F27-2098-A3A09CF5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005B-D2DE-F5F3-9ED4-06794BE6E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SYSTEM ARCHITECTURE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3F9D1D-D7A2-449B-ED51-DC33223F81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86033" y="1431258"/>
            <a:ext cx="11649820" cy="4993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The architecture uses a minimal sensor set (Camera/RGB, LiDAR, IMU, GPS) to achieve reliable environment perception and user localization.</a:t>
            </a: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The camera is used to recognize the live feed and this feed is transferred to the server to handle processing .</a:t>
            </a:r>
          </a:p>
          <a:p>
            <a:pPr marL="342900" lvl="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A Lang Chain-based server preprocesses inputs (text, images, signals) and stores relevant facts in memory (vector/structured) so past interactions can be retrieved.</a:t>
            </a:r>
          </a:p>
          <a:p>
            <a:pPr marL="342900" indent="-34290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This gives the assistant contextual awareness, letting it respond based on history, user preferences, and learned entities instead of treating each request in isolation.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87690268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A08B5-78D6-F070-E867-CEF019952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88F5-4C56-9AC5-61A4-89465D302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SYSTEM ARCHITECTURE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45B972-5D36-DE1D-5266-50191DA4F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252" y="1770986"/>
            <a:ext cx="5837524" cy="411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1187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CA8A5-5A48-82F0-5905-8EAE34EB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216D6-B8DA-33C4-3818-5C6895060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SYSTEM ARCHITECTURE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EF3CF67-26D2-C4AC-EB93-F4231924E6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9848" y="1762082"/>
            <a:ext cx="11072304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The GPS provide accurate distance measurements for navigating outdoor environment.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IMU provides step measurements and fall detection alerts.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Lidar provides data necessary for building a map using slam thus provides indoor guidance.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Real-time navigation assistance is delivered through audio guidance for immediate and proactive user support.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A dedicated caregiver monitoring output enables live tracking and safety alerts through cloud connectivity.</a:t>
            </a:r>
          </a:p>
        </p:txBody>
      </p:sp>
    </p:spTree>
    <p:extLst>
      <p:ext uri="{BB962C8B-B14F-4D97-AF65-F5344CB8AC3E}">
        <p14:creationId xmlns:p14="http://schemas.microsoft.com/office/powerpoint/2010/main" val="142297416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375A7-160F-41E9-AE9D-8D0F94C6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32ED3-1284-201E-CD6B-FCFF32EFF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IN" sz="2400" b="1" u="sng" dirty="0">
                <a:latin typeface="Times New Roman" panose="02020603050405020304" charset="0"/>
                <a:cs typeface="Times New Roman" panose="02020603050405020304" charset="0"/>
              </a:rPr>
              <a:t>ALGORITHMS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F6AEB4-B5AC-1097-0FE1-01B2B05F023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5560" y="1614534"/>
            <a:ext cx="1184644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Text-to-Speech Conversion (Fourier Transform):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 written text into audible speech by transforming frequency-domain signals into time-domain waveforms using Fourier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Euclidean Geometry – Bounding Box Definition: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coordinate geometry to represent and localize detected objects as rectangular regions defined by corner points in an image plane.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Representation &amp; Color Space Conversion: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Represents images as multi-dimensional pixel matrices and converts between color models (e.g., BGR to RGB) by rearranging or transforming channel values</a:t>
            </a:r>
          </a:p>
        </p:txBody>
      </p:sp>
    </p:spTree>
    <p:extLst>
      <p:ext uri="{BB962C8B-B14F-4D97-AF65-F5344CB8AC3E}">
        <p14:creationId xmlns:p14="http://schemas.microsoft.com/office/powerpoint/2010/main" val="269909292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8A17F-E97E-CC12-4709-469BBEC7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59DCD-5D43-88C5-2F5C-948B76994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IN" sz="2400" b="1" u="sng" dirty="0">
                <a:latin typeface="Times New Roman" panose="02020603050405020304" charset="0"/>
                <a:cs typeface="Times New Roman" panose="02020603050405020304" charset="0"/>
              </a:rPr>
              <a:t>PROPOSED METHODOLOGY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8CFC51C-BE52-A10E-BB18-840F850F6E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8326" y="1654181"/>
            <a:ext cx="11005880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Time-critical sensor data is processed by microcontrollers, while complex AI tasks are handled by the Raspberry Pi or cloud.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navigation system automatically switches between GPS for outdoor use and SLAM for indoor environments. Separation between indoor and outdoor navigation enables more accurate tracking and a smoother user experience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from all sensors is combined to generate clear and actionable voice guidance using a Text-to-Speech engine whose output is based on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which has memory to store past data and retrieve those info.</a:t>
            </a:r>
          </a:p>
        </p:txBody>
      </p:sp>
    </p:spTree>
    <p:extLst>
      <p:ext uri="{BB962C8B-B14F-4D97-AF65-F5344CB8AC3E}">
        <p14:creationId xmlns:p14="http://schemas.microsoft.com/office/powerpoint/2010/main" val="150569096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5BBD8C-5551-618D-3C96-12E32870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7CA6-079D-4D3D-9F68-7F6C5DE04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SYSTEM MODULES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BADCDFE-F1FB-3AD3-94E9-89BF987CF62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09663" y="1371826"/>
            <a:ext cx="11532973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/>
              <a:t>Input Module</a:t>
            </a:r>
            <a:r>
              <a:rPr lang="en-US" altLang="en-US" sz="1800" dirty="0"/>
              <a:t>: Captures real-time environmental and positional data from LiDAR, camera, GPS provides the distance to a outdoor location , and IMU provides user orientation and step tracking . </a:t>
            </a:r>
            <a:r>
              <a:rPr lang="en-IN" altLang="en-US" sz="1800" dirty="0"/>
              <a:t>This combined </a:t>
            </a:r>
            <a:r>
              <a:rPr lang="en-IN" sz="1800" dirty="0"/>
              <a:t> continuously senses obstacles, terrain variations, and user movement to ensure accurate perception.</a:t>
            </a: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/>
              <a:t>Processing Module</a:t>
            </a:r>
            <a:r>
              <a:rPr lang="en-US" altLang="en-US" sz="1800" dirty="0"/>
              <a:t>: Performs SLAM where the lidar’s input data is mapped into a 2d map which along with  object detection, and semantic scene interpretation is used to  generate a output.</a:t>
            </a:r>
            <a:r>
              <a:rPr lang="en-US" sz="1800" dirty="0"/>
              <a:t> AI models analyze the surroundings to identify obstacles, landmarks, and navigable paths in real time.</a:t>
            </a: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/>
              <a:t>Output Module</a:t>
            </a:r>
            <a:r>
              <a:rPr lang="en-US" altLang="en-US" sz="1800" dirty="0"/>
              <a:t>: </a:t>
            </a:r>
            <a:r>
              <a:rPr lang="en-US" sz="1800" dirty="0"/>
              <a:t>audio alerts are triggered instantly for critical obstacles to enhance user </a:t>
            </a:r>
            <a:r>
              <a:rPr lang="en-US" sz="1800" dirty="0" err="1"/>
              <a:t>safety.The</a:t>
            </a:r>
            <a:r>
              <a:rPr lang="en-US" sz="1800" dirty="0"/>
              <a:t> </a:t>
            </a:r>
            <a:r>
              <a:rPr lang="en-US" sz="1800" dirty="0" err="1"/>
              <a:t>ouput</a:t>
            </a:r>
            <a:r>
              <a:rPr lang="en-US" sz="1800" dirty="0"/>
              <a:t> is </a:t>
            </a:r>
            <a:r>
              <a:rPr lang="en-US" sz="1800" dirty="0" err="1"/>
              <a:t>trsnsmitted</a:t>
            </a:r>
            <a:r>
              <a:rPr lang="en-US" sz="1800" dirty="0"/>
              <a:t> through Bluetooth peering.</a:t>
            </a: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800" b="1" dirty="0"/>
              <a:t>Communication Module:</a:t>
            </a:r>
            <a:r>
              <a:rPr lang="en-US" sz="1800" dirty="0"/>
              <a:t> Supports cloud–server data synchronization and connectivity.</a:t>
            </a:r>
            <a:br>
              <a:rPr lang="en-US" sz="1800" dirty="0"/>
            </a:br>
            <a:r>
              <a:rPr lang="en-US" sz="1800" dirty="0"/>
              <a:t>It enables offloading of computationally intensive tasks such as vision processing and MLLM inference.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2447971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080DA-1BB8-D322-26DF-DD8528FE9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15D3A-DAA4-F7EB-AEED-FED3BCF71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TOOLS AND ALGORITHMS USED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95BB690-0297-B9B4-D0D5-A2083296F4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2516" y="1602159"/>
            <a:ext cx="11532973" cy="6275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Object Detection: YOLO (v3/v5/v8) for real-time object recognition.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Multi-Modal Large Language Model  (MLLMs)  like RynnEC and Vision-Language Models (VLLMs) implemented using </a:t>
            </a:r>
            <a:r>
              <a:rPr lang="en-US" altLang="en-US" sz="1800" dirty="0" err="1"/>
              <a:t>langchain</a:t>
            </a:r>
            <a:r>
              <a:rPr lang="en-US" altLang="en-US" sz="1800" dirty="0"/>
              <a:t> and vector databases.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Semantic SLAM for real-time indoor localization and 3D environment modeling.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Text-to-Speech Libraries - </a:t>
            </a:r>
            <a:r>
              <a:rPr lang="en-US" sz="1800" dirty="0"/>
              <a:t>They provide clear, real-time voice instructions to guide the user safely through the environment.</a:t>
            </a: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ROS for system orchestration - </a:t>
            </a:r>
            <a:r>
              <a:rPr lang="en-US" sz="1800" dirty="0"/>
              <a:t>ROS manages inter-module communication, synchronization, and data flow across the system.</a:t>
            </a: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OpenCV - </a:t>
            </a:r>
            <a:r>
              <a:rPr lang="en-US" sz="1800" dirty="0"/>
              <a:t>It handles tasks such as frame capture, resizing, filtering, and feature extraction.</a:t>
            </a:r>
            <a:br>
              <a:rPr lang="en-US" sz="1800" dirty="0"/>
            </a:br>
            <a:r>
              <a:rPr lang="en-US" sz="1800" dirty="0"/>
              <a:t>Preprocessed visual data improves the performance and reliability of downstream AI models.</a:t>
            </a:r>
            <a:endParaRPr lang="en-US" altLang="en-US" sz="1800" dirty="0"/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2830667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90FE9-7E32-CFDB-31AD-8B515ACAA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9CC97-C406-5545-248D-91668B49E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RESULT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E1866F-9803-131F-13B8-57C7305D3A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1602" y="2229364"/>
            <a:ext cx="10788795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Successfully implemented Neo-7M GPS–based live location tracking with real-time data transmission to a cloud server.</a:t>
            </a:r>
          </a:p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Laid the foundation for contextual navigation by </a:t>
            </a:r>
            <a:r>
              <a:rPr lang="en-US" altLang="en-US" sz="1800" dirty="0">
                <a:cs typeface="Times New Roman" panose="02020603050405020304" pitchFamily="18" charset="0"/>
              </a:rPr>
              <a:t>Frame by Frame image capturing  and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integrating GPS data with ongoing fine-tuning of the RynnEC MLLM.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800" dirty="0">
                <a:cs typeface="Times New Roman" panose="02020603050405020304" pitchFamily="18" charset="0"/>
              </a:rPr>
              <a:t>Established the setup for raspberry Pi and Cam.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99259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65AB8-3A36-394A-9287-CECF3AA70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808C-2B0E-034B-E88E-21F127B2D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RESULT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F0B946-ACDA-B1D3-C77F-354D53C75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52275" y="1373633"/>
            <a:ext cx="2807369" cy="3681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417290-BF47-E54C-B746-A4116A058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47" y="4965684"/>
            <a:ext cx="7649798" cy="15313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F9E2F9-86BF-320E-5ED9-D8B074198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7181" y="1315451"/>
            <a:ext cx="2842024" cy="47805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8B5E1B-C576-9F29-46FD-FD69440316EC}"/>
              </a:ext>
            </a:extLst>
          </p:cNvPr>
          <p:cNvSpPr txBox="1"/>
          <p:nvPr/>
        </p:nvSpPr>
        <p:spPr>
          <a:xfrm>
            <a:off x="4405116" y="144144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567032-007D-C7B9-1298-2268BE97D488}"/>
              </a:ext>
            </a:extLst>
          </p:cNvPr>
          <p:cNvSpPr txBox="1"/>
          <p:nvPr/>
        </p:nvSpPr>
        <p:spPr>
          <a:xfrm>
            <a:off x="9939642" y="8796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D4230D-232C-77A4-473B-92BEF6C1E2E0}"/>
              </a:ext>
            </a:extLst>
          </p:cNvPr>
          <p:cNvSpPr txBox="1"/>
          <p:nvPr/>
        </p:nvSpPr>
        <p:spPr>
          <a:xfrm>
            <a:off x="3915060" y="464023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1493387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39F8B-46F9-A64C-BBD2-EE60C4BDF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109B9-82A2-76E8-66B5-6099F490C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FUTURE WORKS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183B3B0-E58F-92B5-9BB5-86FECA2F5D5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4305" y="2288404"/>
            <a:ext cx="11242228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Integrate LiDAR-based Semantic SLAM to enable accurate indoor navigation, real-time mapping, and obstacle classification in unmapped environments.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/>
              <a:t>Enhance safety and user interaction features through real-time hazard prediction, adaptive voice feedback, and expanded caregiver alert mechanisms . Improve memory of agent to store known footprints , indoor environment and identify Persons.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0214562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F830E-3045-B27A-7B26-67A06D7A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B401-02F4-ED89-7235-6CED1218A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9565" y="665367"/>
            <a:ext cx="10192871" cy="797877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IN" sz="2400" b="1" u="sng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6D89E1-AA6E-62FE-E409-8CBFE2F58AB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95417" y="1964535"/>
            <a:ext cx="11532973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System Realization: Successfully demonstrates an AI-enhanced wearable navigation system using LiDAR and sensor fusion.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Semantic Advancement: Validates the effectiveness of MLLMs in delivering meaningful real-time guidance.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User Empowerment: Enhances autonomy, safety, and confidence for visually impaired users.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/>
              <a:t>Scalability : Establishes a modular foundation for future assistive technology innovations and reduce the overhead of the system.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236802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2638</TotalTime>
  <Words>1274</Words>
  <Application>Microsoft Office PowerPoint</Application>
  <PresentationFormat>Widescreen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Times New Roman</vt:lpstr>
      <vt:lpstr>Wingdings</vt:lpstr>
      <vt:lpstr>Office Theme</vt:lpstr>
      <vt:lpstr>Aether Eye</vt:lpstr>
      <vt:lpstr>INTRODUCTION</vt:lpstr>
      <vt:lpstr>EXISTING SOLUTION</vt:lpstr>
      <vt:lpstr>PROPOSED SYSTEM</vt:lpstr>
      <vt:lpstr>ADVANTAGES OF THE PROPOSED SYSTEM</vt:lpstr>
      <vt:lpstr>SYSTEM ARCHITECTURE</vt:lpstr>
      <vt:lpstr>SYSTEM ARCHITECTURE</vt:lpstr>
      <vt:lpstr>SYSTEM ARCHITECTURE</vt:lpstr>
      <vt:lpstr>ALGORITHMS </vt:lpstr>
      <vt:lpstr>PROPOSED METHODOLOGY</vt:lpstr>
      <vt:lpstr>SYSTEM MODULES</vt:lpstr>
      <vt:lpstr>TOOLS AND ALGORITHMS USED</vt:lpstr>
      <vt:lpstr>RESULT</vt:lpstr>
      <vt:lpstr>RESULT</vt:lpstr>
      <vt:lpstr>FUTURE WORKS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AMBULANCE AND HOSPITAL</dc:title>
  <dc:creator>ALEENA ROSE</dc:creator>
  <cp:lastModifiedBy>devanandh p r</cp:lastModifiedBy>
  <cp:revision>54</cp:revision>
  <dcterms:created xsi:type="dcterms:W3CDTF">2023-02-21T14:32:00Z</dcterms:created>
  <dcterms:modified xsi:type="dcterms:W3CDTF">2026-02-27T08:54:15Z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DC341138EE034BB6898C970465A486C9</vt:lpwstr>
  </property>
  <property fmtid="{D5CDD505-2E9C-101B-9397-08002B2CF9AE}" pid="3" name="KSOProductBuildVer">
    <vt:lpwstr>1033-11.2.0.11210</vt:lpwstr>
  </property>
</Properties>
</file>